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23C2E-FDE6-480F-97B9-8C3FCFA51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BCD3BE-3832-41AB-91EB-6C205DF26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5AB60-64DB-457D-BF6F-4276F963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BB9E7-901D-4F45-A94B-EE8E570C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B42BA3-E7F3-444D-A2D5-8918AEF8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7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F61C1-0B87-4021-9541-14F0E340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04E91-E7D6-4691-A2FF-D396F44A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C485BF-1F67-4650-912D-063CF5EE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0116BB-932D-48D7-8CB2-CA13242A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11C35-126C-454D-B8A3-12E7F361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20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B24AF-E935-495B-8207-C7686426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EE5608-0C45-4684-9486-26D80F7C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F9D040-948C-4AD2-BCDB-1ADE7872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935737-2F23-432C-9BB0-B8B8FA64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AB38B-4630-4F9C-A0AA-6BC1D7B0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59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380C7-F6BD-4A97-B07D-C5A0D4C3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9BF82-11B2-4C80-822A-46A398B50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316788-14A4-4330-A525-B09D29C9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32F270-8B3F-4B5E-9BAA-1506A892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978EF-5223-4158-9354-E8E626EB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C5044E-309E-4554-9D2D-23D1056C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25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44D9E-9BFA-46B4-B0C1-07246561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87694B-3160-421F-A829-A42C0072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0FD65B-8DA6-4CC9-9BE8-CB96EF689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0BE981-20D4-4D58-9D63-D151752D8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695043-3604-45FE-B972-4440EF43C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94A9A5-8C73-4D2F-B92D-945E7134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1D8282-FBE4-4EDA-BB42-E57D402B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F654BD-1D92-4315-A8EF-C96DCB14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54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37D92-31D9-4505-8FC3-A0496FCD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DAC42-6F41-426A-A96F-6985AF1C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EE0891-AD0A-4BAD-9103-BBB0EFDA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C2D2D7-5E94-4E0C-B2A7-ACBB269D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1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979192-93C9-4983-B2BD-78CCF7ED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311547-5F71-4040-AD90-4778ACBF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F3ED4A-DD29-4B6E-86D6-70B93DFA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04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ADBE0-12CE-4602-B6F1-FB62324C0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FE683-6940-400E-81B5-3EC3721FB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F41695-9459-4E18-95FB-263ADFA92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3D7478-B7E6-4322-A6AF-F19091F2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C8EB81-BFA2-4B3F-85D6-BB18FD6C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C9095B-3045-4BC9-9950-F33CA537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2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3DF98-511B-4F26-8466-739548EC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47EB20-BA90-4A31-872E-35E0F1C4B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2F90DD-9A9A-48CB-887C-AE017A8FC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0D85C-F6FA-4F20-A874-916944CC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D729E-C1AD-4D7E-9C4F-E296F2A8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EFFB0-648E-4CEC-A501-6A49414B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19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A85B4-6F2E-4918-9F52-3306F948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79442A-CD8E-49F3-B5C0-E3366AA69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FA9E4D-A263-4D2A-A68A-6C900EE7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530EA0-F53A-4D41-8F89-04B127E6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915BE4-E00C-4E48-8153-B9A874A4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12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121B7A-0632-4864-ACCA-BB342EE4C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D92E3A-385C-4F61-B060-5BCC9CF6E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41E4D-D527-4436-985B-E9718AEE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AF8D82-3FDB-4E0C-83C1-0A53CE8F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FE9FF3-BCCE-4048-8C39-2FEAE517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50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8B7C27-7216-4BCE-BDE6-6681DE56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235458-4EA2-4085-88E6-1116C0CFF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E91F3-6F73-4252-9AA8-6788076BF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D93DC-DC7D-451A-AAC6-4A6BD972A895}" type="datetimeFigureOut">
              <a:rPr lang="ko-KR" altLang="en-US" smtClean="0"/>
              <a:t>2021-02-02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79420-80B7-4F0F-AB23-0A8B615C5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48B9D-66FC-49B8-B15E-B194D2A24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270D6-EE97-4FFF-B8DB-ED3E088034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96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28BF3E-17C1-4F41-AB39-F18D3F83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364985"/>
            <a:ext cx="5581650" cy="3114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F0C2D0-534D-4C78-A2BD-BB18B48C8E23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FB4CB-2CB3-43DC-91B9-12DD5DF017CF}"/>
              </a:ext>
            </a:extLst>
          </p:cNvPr>
          <p:cNvSpPr txBox="1"/>
          <p:nvPr/>
        </p:nvSpPr>
        <p:spPr>
          <a:xfrm>
            <a:off x="514350" y="4781725"/>
            <a:ext cx="763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conda</a:t>
            </a:r>
            <a:r>
              <a:rPr lang="en-US" altLang="ko-KR" dirty="0">
                <a:sym typeface="Wingdings" panose="05000000000000000000" pitchFamily="2" charset="2"/>
              </a:rPr>
              <a:t> activate </a:t>
            </a:r>
            <a:r>
              <a:rPr lang="en-US" altLang="ko-KR" dirty="0" err="1">
                <a:sym typeface="Wingdings" panose="05000000000000000000" pitchFamily="2" charset="2"/>
              </a:rPr>
              <a:t>vitis</a:t>
            </a:r>
            <a:r>
              <a:rPr lang="en-US" altLang="ko-KR" dirty="0">
                <a:sym typeface="Wingdings" panose="05000000000000000000" pitchFamily="2" charset="2"/>
              </a:rPr>
              <a:t>-ai-</a:t>
            </a:r>
            <a:r>
              <a:rPr lang="en-US" altLang="ko-KR" dirty="0" err="1">
                <a:sym typeface="Wingdings" panose="05000000000000000000" pitchFamily="2" charset="2"/>
              </a:rPr>
              <a:t>tensorflow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292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A1DF3-8098-46D0-8976-9832B556AC11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83327-735C-4257-B113-988F53E42921}"/>
              </a:ext>
            </a:extLst>
          </p:cNvPr>
          <p:cNvSpPr txBox="1"/>
          <p:nvPr/>
        </p:nvSpPr>
        <p:spPr>
          <a:xfrm>
            <a:off x="606490" y="3571222"/>
            <a:ext cx="7639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..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workspace1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A887BE-0A76-4931-A98A-D8C4FD85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07747"/>
            <a:ext cx="69913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4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F4ECEB-50F0-4272-82FA-4848E3ED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62100"/>
            <a:ext cx="9753600" cy="1866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629945"/>
            <a:ext cx="7639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</a:t>
            </a:r>
            <a:r>
              <a:rPr lang="en-US" altLang="ko-KR" dirty="0" err="1">
                <a:sym typeface="Wingdings" panose="05000000000000000000" pitchFamily="2" charset="2"/>
              </a:rPr>
              <a:t>Mnist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Vitis-Ai-Tutorials-</a:t>
            </a:r>
            <a:r>
              <a:rPr lang="en-US" altLang="ko-KR" dirty="0" err="1">
                <a:sym typeface="Wingdings" panose="05000000000000000000" pitchFamily="2" charset="2"/>
              </a:rPr>
              <a:t>Mnist</a:t>
            </a:r>
            <a:r>
              <a:rPr lang="en-US" altLang="ko-KR" dirty="0">
                <a:sym typeface="Wingdings" panose="05000000000000000000" pitchFamily="2" charset="2"/>
              </a:rPr>
              <a:t>-Classification-TensorFlow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files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9955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629945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./0_setenv.sh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435179-CEB1-4A0B-B209-6EC5D131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838718"/>
            <a:ext cx="110299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6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464352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./1_train.sh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B5E2F7-25A8-40B0-8424-0424B14E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219374"/>
            <a:ext cx="11020425" cy="1181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4F356D-A101-46F6-905D-E0BA07C2E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587086"/>
            <a:ext cx="71437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5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./2_freeze.sh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4042B2-1B78-4CBD-82A8-E32689E3C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443913"/>
            <a:ext cx="11106150" cy="685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109CB6A-DD40-4724-8730-3C5A58929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115717"/>
            <a:ext cx="32099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4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./3_eval_frozen_graph.sh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591D9B-D0A9-401F-88B5-923DD15E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731585"/>
            <a:ext cx="11180042" cy="609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D5111E-DB38-4201-8D34-276ECDD7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534914"/>
            <a:ext cx="331516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4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./4_quant.sh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329F7B-F339-4693-9E60-FD767FF4A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09404"/>
            <a:ext cx="10972800" cy="619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D367F0A-063D-4921-AA3F-2D39603B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334107"/>
            <a:ext cx="50006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9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./5_eval_quant_graph.sh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23D71E-B3CA-4C4F-B394-BFC42A72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78309"/>
            <a:ext cx="11062596" cy="6477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097259-F087-4B4C-8B9D-6834FD25D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623442"/>
            <a:ext cx="31813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7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./6_compile_zcu102.sh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25A463-3809-44FD-B97C-CAE23DDE2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1" y="1340928"/>
            <a:ext cx="10433422" cy="6192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36DBD2-BB10-4A6A-BE57-6B64FB8E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293428"/>
            <a:ext cx="40671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38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4009543"/>
            <a:ext cx="7639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build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compile_zcu102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D4FD0E-74CC-4E8E-B761-A9B521C6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495116"/>
            <a:ext cx="11325225" cy="9429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66AB5E0-4089-48EC-9AE3-68A00FA2A3BE}"/>
              </a:ext>
            </a:extLst>
          </p:cNvPr>
          <p:cNvSpPr/>
          <p:nvPr/>
        </p:nvSpPr>
        <p:spPr>
          <a:xfrm>
            <a:off x="553673" y="2273417"/>
            <a:ext cx="1082180" cy="1730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94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429000"/>
            <a:ext cx="763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cp </a:t>
            </a:r>
            <a:r>
              <a:rPr lang="en-US" altLang="ko-KR" dirty="0" err="1">
                <a:sym typeface="Wingdings" panose="05000000000000000000" pitchFamily="2" charset="2"/>
              </a:rPr>
              <a:t>dpu_mnist.elf</a:t>
            </a:r>
            <a:r>
              <a:rPr lang="en-US" altLang="ko-KR" dirty="0">
                <a:sym typeface="Wingdings" panose="05000000000000000000" pitchFamily="2" charset="2"/>
              </a:rPr>
              <a:t>  //workspace1/mnist_resnet18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//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workspace1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mnist_resnet18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E4EC3D-1BB9-483C-AEF2-7A473B96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388026"/>
            <a:ext cx="11255543" cy="124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07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908875"/>
            <a:ext cx="763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cp </a:t>
            </a:r>
            <a:r>
              <a:rPr lang="en-US" altLang="ko-KR" dirty="0" err="1">
                <a:sym typeface="Wingdings" panose="05000000000000000000" pitchFamily="2" charset="2"/>
              </a:rPr>
              <a:t>dpu_mnist.elf</a:t>
            </a:r>
            <a:r>
              <a:rPr lang="en-US" altLang="ko-KR" dirty="0">
                <a:sym typeface="Wingdings" panose="05000000000000000000" pitchFamily="2" charset="2"/>
              </a:rPr>
              <a:t> project/libs/inference/model/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cp </a:t>
            </a:r>
            <a:r>
              <a:rPr lang="en-US" altLang="ko-KR" dirty="0" err="1">
                <a:sym typeface="Wingdings" panose="05000000000000000000" pitchFamily="2" charset="2"/>
              </a:rPr>
              <a:t>dpu_mnist.elf</a:t>
            </a:r>
            <a:r>
              <a:rPr lang="en-US" altLang="ko-KR" dirty="0">
                <a:sym typeface="Wingdings" panose="05000000000000000000" pitchFamily="2" charset="2"/>
              </a:rPr>
              <a:t> project/main/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project/libs/inference/model/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//workspace1/mnist_resnet18/project/main/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743633-EC2D-4524-BFD0-99DF8CD1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405201"/>
            <a:ext cx="11460174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908875"/>
            <a:ext cx="763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vi </a:t>
            </a:r>
            <a:r>
              <a:rPr lang="en-US" altLang="ko-KR" dirty="0" err="1">
                <a:sym typeface="Wingdings" panose="05000000000000000000" pitchFamily="2" charset="2"/>
              </a:rPr>
              <a:t>Makefile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..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libs/inference/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vi </a:t>
            </a:r>
            <a:r>
              <a:rPr lang="en-US" altLang="ko-KR" dirty="0" err="1">
                <a:sym typeface="Wingdings" panose="05000000000000000000" pitchFamily="2" charset="2"/>
              </a:rPr>
              <a:t>Makefile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7F40B5-A760-45CE-A6CC-2B1CB0CA1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681119"/>
            <a:ext cx="8162925" cy="190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21184A-47CE-4249-90F9-CB6E9280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006367"/>
            <a:ext cx="8915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39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212588"/>
            <a:ext cx="763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//workspace1/mnist_resnet18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</a:t>
            </a:r>
            <a:r>
              <a:rPr lang="en-US" altLang="ko-KR" dirty="0" err="1">
                <a:sym typeface="Wingdings" panose="05000000000000000000" pitchFamily="2" charset="2"/>
              </a:rPr>
              <a:t>sdk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./sdk.sh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설치경로 물어보면 </a:t>
            </a:r>
            <a:r>
              <a:rPr lang="en-US" altLang="ko-KR" dirty="0">
                <a:sym typeface="Wingdings" panose="05000000000000000000" pitchFamily="2" charset="2"/>
              </a:rPr>
              <a:t>./</a:t>
            </a:r>
            <a:r>
              <a:rPr lang="en-US" altLang="ko-KR" dirty="0" err="1">
                <a:sym typeface="Wingdings" panose="05000000000000000000" pitchFamily="2" charset="2"/>
              </a:rPr>
              <a:t>sdk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C33505-6DC1-4998-940D-C3D37FD3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11624"/>
            <a:ext cx="8869013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02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212588"/>
            <a:ext cx="7639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</a:t>
            </a:r>
            <a:r>
              <a:rPr lang="en-US" altLang="ko-KR" dirty="0" err="1">
                <a:sym typeface="Wingdings" panose="05000000000000000000" pitchFamily="2" charset="2"/>
              </a:rPr>
              <a:t>sdk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unset LD_LIBRARY_PATH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source ./environment ~~~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8657ED-2F9B-4744-9F93-CAA66340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330788"/>
            <a:ext cx="9154803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9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212588"/>
            <a:ext cx="76397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.. X 2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project/libs/inference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vi inference.cpp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KERNEL_RESNET18, INPUT_NODE, OUTPUT_NODE 3</a:t>
            </a:r>
            <a:r>
              <a:rPr lang="ko-KR" altLang="en-US" dirty="0">
                <a:sym typeface="Wingdings" panose="05000000000000000000" pitchFamily="2" charset="2"/>
              </a:rPr>
              <a:t>가지 수정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1990D1-2D59-4B6D-826F-D74156D15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9" y="1118337"/>
            <a:ext cx="4818055" cy="15222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5818000-658C-4966-93B5-BAEEDFA3D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921" y="716244"/>
            <a:ext cx="6020640" cy="384863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84474C0-9CAD-4741-A32D-68894817320D}"/>
              </a:ext>
            </a:extLst>
          </p:cNvPr>
          <p:cNvSpPr/>
          <p:nvPr/>
        </p:nvSpPr>
        <p:spPr>
          <a:xfrm>
            <a:off x="6249798" y="3741490"/>
            <a:ext cx="1082180" cy="1730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2AF82E-59AC-4F61-9D39-582C6695B72A}"/>
              </a:ext>
            </a:extLst>
          </p:cNvPr>
          <p:cNvSpPr/>
          <p:nvPr/>
        </p:nvSpPr>
        <p:spPr>
          <a:xfrm>
            <a:off x="3239548" y="1410857"/>
            <a:ext cx="963336" cy="2501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6A429E-81A2-4F5B-B487-66587ED65D2B}"/>
              </a:ext>
            </a:extLst>
          </p:cNvPr>
          <p:cNvSpPr/>
          <p:nvPr/>
        </p:nvSpPr>
        <p:spPr>
          <a:xfrm>
            <a:off x="3239547" y="1839335"/>
            <a:ext cx="1777069" cy="2501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0B90ED-B653-4219-BF4A-CC4C90AB8EB1}"/>
              </a:ext>
            </a:extLst>
          </p:cNvPr>
          <p:cNvSpPr/>
          <p:nvPr/>
        </p:nvSpPr>
        <p:spPr>
          <a:xfrm>
            <a:off x="3239547" y="2284591"/>
            <a:ext cx="1995183" cy="2501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70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908875"/>
            <a:ext cx="7639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.. X 2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project/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./debug.sh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7D9D0A-FFE8-4E73-9FF8-38B93DA1C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599071"/>
            <a:ext cx="868801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3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606490" y="3908875"/>
            <a:ext cx="7639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</a:t>
            </a:r>
            <a:r>
              <a:rPr lang="en-US" altLang="ko-KR" dirty="0" err="1">
                <a:sym typeface="Wingdings" panose="05000000000000000000" pitchFamily="2" charset="2"/>
              </a:rPr>
              <a:t>tartget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cd ..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cp –r target/* //workspace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5374A9-9490-4098-8F02-626FC40B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302920"/>
            <a:ext cx="7563906" cy="6192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18C935-B001-48E6-8227-FACC02392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0" y="2089911"/>
            <a:ext cx="88773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81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C91319-C4D0-4B76-BD93-4DA0FC67A6AC}"/>
              </a:ext>
            </a:extLst>
          </p:cNvPr>
          <p:cNvSpPr txBox="1"/>
          <p:nvPr/>
        </p:nvSpPr>
        <p:spPr>
          <a:xfrm>
            <a:off x="606490" y="466531"/>
            <a:ext cx="423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ZSK Tutorial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9B65E-196B-4660-93E7-76648DA72186}"/>
              </a:ext>
            </a:extLst>
          </p:cNvPr>
          <p:cNvSpPr txBox="1"/>
          <p:nvPr/>
        </p:nvSpPr>
        <p:spPr>
          <a:xfrm>
            <a:off x="547767" y="4563216"/>
            <a:ext cx="1063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Window </a:t>
            </a:r>
            <a:r>
              <a:rPr lang="ko-KR" altLang="en-US" dirty="0">
                <a:sym typeface="Wingdings" panose="05000000000000000000" pitchFamily="2" charset="2"/>
              </a:rPr>
              <a:t>로컬 디스크</a:t>
            </a:r>
            <a:r>
              <a:rPr lang="en-US" altLang="ko-KR" dirty="0">
                <a:sym typeface="Wingdings" panose="05000000000000000000" pitchFamily="2" charset="2"/>
              </a:rPr>
              <a:t>(C:\workspace) </a:t>
            </a:r>
            <a:r>
              <a:rPr lang="ko-KR" altLang="en-US" dirty="0">
                <a:sym typeface="Wingdings" panose="05000000000000000000" pitchFamily="2" charset="2"/>
              </a:rPr>
              <a:t>에서 복사한 실행파일을 확인할 수 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DC3B9B-EF14-4652-8FAE-F27E93A2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040235"/>
            <a:ext cx="3790917" cy="309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4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0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300</Words>
  <Application>Microsoft Office PowerPoint</Application>
  <PresentationFormat>와이드스크린</PresentationFormat>
  <Paragraphs>92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 혁진</dc:creator>
  <cp:lastModifiedBy>홍 혁진</cp:lastModifiedBy>
  <cp:revision>19</cp:revision>
  <dcterms:created xsi:type="dcterms:W3CDTF">2021-02-01T06:02:34Z</dcterms:created>
  <dcterms:modified xsi:type="dcterms:W3CDTF">2021-02-02T04:59:25Z</dcterms:modified>
</cp:coreProperties>
</file>